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B9C0"/>
                </a:solidFill>
                <a:latin typeface="Figtree"/>
              </a:rPr>
              <a:t>DTJ social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Figtree"/>
              </a:rPr>
              <a:t>Posts for 26 Oct to 01 Nov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6E6EA"/>
                </a:solidFill>
                <a:latin typeface="Figtree"/>
              </a:rPr>
              <a:t>7 posts · 7 pass every check · week 2026-W44</a:t>
            </a:r>
          </a:p>
          <a:p>
            <a:r>
              <a:rPr sz="1800" b="0">
                <a:solidFill>
                  <a:srgbClr val="E6E6EA"/>
                </a:solidFill>
                <a:latin typeface="Figtree"/>
              </a:rPr>
              <a:t>Every number on these posts comes from DTJ's proof 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Figtree"/>
              </a:rPr>
              <a:t>The calendar (India time)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LinkedIn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Mon 26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p1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p1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p1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p1 19:00 client-result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Tue 27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p2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p2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p2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p2 19:00 founder-pain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Wed 28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p3 19:00 before-after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p3 19:00 before-after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p3 19:00 before-after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p3 19:00 before-after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Thu 29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p4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p4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p4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p4 19:00 client-result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Fri 30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p5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p5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p5 19:00 founder-pain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p5 19:00 founder-pain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Sat 31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p6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p6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p6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p6 19:00 client-result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Sun 01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p7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p7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p7 19:00 client-result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Figtree"/>
                        </a:rPr>
                        <a:t>p7 19:00 client-result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P1 · Mon 26 Oct, 19:00 IST · client-result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The Royal Dosa Paper had almost no sales when we started working together in March 2025.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Today their own Shopify report shows ₹5.28Cr in sales and 75,000 orders.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Want to know what's holding your sales back? Get a free growth audit. Link in bio.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#Shopify #IndianBrands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The Royal Dosa Paper had almost no sales when we started working together in March 2025.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Today their own Shopify report shows ₹5.28Cr in sales and 75,000 orders.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Want to know what's holding your sales back? Get a free growth audit: [audit link]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The Royal Dosa Paper had almost no sales when we started working together in March 2025.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Today their own Shopify report shows ₹5.28Cr in sales and 75,000 orders.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find what's holding a brand's sales back. Then we fix it.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 for founders: […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The Royal Dosa Paper: almost no sales in March 2025. Today ₹5.28Cr in sales and 75,000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Where are your sales leaking? 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sales-royal-dosa-paper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Figtree"/>
              </a:rPr>
              <a:t>+ 4 more slides in this carousel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P2 · Tue 27 Oct, 19:00 IST · founder-pain · carousel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Ads running, but no orders coming in?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It's not always the ad. The leak is often somewhere on the path from your ad to a paid order.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look at the whole journey, from your ads to your website, product pages and checkout, and find where you're losing buyers.…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#FacebookAds #Shopify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Ads running, but no orders coming in?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It's not always the ad. The leak is often somewhere on the path from your ad to a paid order.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look at the whole journey, from your ads to your website, product pages and checkout, and find where you're losing buyers.…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Ads running, but no orders coming in?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It's not always the ad. The leak is often somewhere on the path from your ad to a paid order.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look at the whole journey, from ads to website, product pages and checkout, to find where buyers drop off.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Ads running, but no orders?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It's not always the ad. The leak is often somewhere between your ad and a paid order: the website, the product page, the checkout.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Find your leak with a free growth audit: [audit link]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no numbers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P3 · Wed 28 Oct, 19:00 IST · before-after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Pro Effex didn't need more visitors. Their product page needed to give visitors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Out of every 1,000 visitors, 14 bought before. After the new product page, 28 do.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Same traffic. More customers.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audit. Link in bio.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#Shopify #ProductPage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Pro Effex didn't need more visitors. Their product page needed to give visitors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Out of every 1,000 visitors, 14 bought before. After the new product page, 28 do.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Same traffic. More customers.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link]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Pro Effex didn't need more visitors. Their product page needed to give visitors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Out of every 1,000 visitors, 14 bought before. After the new product page, 28 do.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Same traffic. More customers.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 for founders: [audit link]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Same visitors, twice the buyers.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Pro Effex product page: out of every 1,000 visitors, 14 bought before. After the rebuild, 28 do.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pdp-proeffex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P4 · Thu 29 Oct, 19:00 IST · client-result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Zebein: ₹3.56Cr in sales and 4,213 orders, straight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find what's holding your sales back. Then we fix it.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audit. Link in bio.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#Shopify #IndianBrands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Zebein: ₹3.56Cr in sales and 4,213 orders, straight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find what's holding your sales back. Then we fix it.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link]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Zebein: ₹3.56Cr in sales and 4,213 orders, straight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find what's holding a brand's sales back. Then we fix it.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 for founders: [audit link]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Zebein: ₹3.56Cr in sales and 4,213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We find what's holding your sales back. Then we fix it. 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sales-zebein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P5 · Fri 30 Oct, 19:00 IST · founder-pain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Paid an agency, then heard nothing back?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Get a clear outside view of your ads, your store and the path from your ad to a paid order, and know exactly what to fix first.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No generic pitch. No pressure. If we don't see a clear opportunity, we'll tell you.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Fre…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#Founders #Shopify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Paid an agency, then heard nothing back?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Get a clear outside view of your ads, your store and the path from your ad to a paid order, and know exactly what to fix first.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No generic pitch. No pressure. If we don't see a clear opportunity, we'll tell you.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Paid an agency, then heard nothing back?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Get a clear outside view of your ads, your store and the path from your ad to a paid order, and know exactly what to fix first.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No generic pitch. No pressure. If we don't see a clear opportunity, we'll tell you.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Paid an agency, then silence?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Get a clear outside view of your ads and store, and know what to fix first. If we don't see a clear opportunity, we'll tell you.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no numbers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P6 · Sat 31 Oct, 19:00 IST · client-result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Little Rituals: ₹1.92Cr in sales and 13,334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You already paid to bring people to your website. We build and improve your Shopify store and product pages so more of them have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audit. Link in b…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#Shopify #IndianBrands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Little Rituals: ₹1.92Cr in sales and 13,334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You already paid to bring people to your website. We build and improve your Shopify store and product pages so more of them have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Little Rituals: ₹1.92Cr in sales and 13,334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You already paid to bring people to your website. We build and improve Shopify stores and product pages so more of those visitors have a reason to buy.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 for…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Little Rituals: ₹1.92Cr in sales and 13,334 orders,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More of your visitors can buy. 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sales-little-rituals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75488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320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64000"/>
                </a:solidFill>
                <a:latin typeface="Figtree"/>
              </a:rPr>
              <a:t>P7 · Sun 01 Nov, 19:00 IST · client-result ·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78992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Sindhoi Patola Arts: from ₹52.7L to ₹2.78Cr in sales, in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Tell us about your brand and we'll show you what to fix first, whether it's ads, your store, Google search or Amazon.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audit. Link in bio.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#D2C #Shopify #Patola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Sindhoi Patola Arts: from ₹52.7L to ₹2.78Cr in sales, in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Tell us about your brand and we'll show you what to fix first, whether it's ads, your store, Google search or Amazon.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audit: [audit link]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8712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2724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Sindhoi Patola Arts: from ₹52.7L to ₹2.78Cr in sales, in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Tell us about your brand and we'll show you what to fix first, whether it's ads, your store, Google search or Amazon.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Free growth audit for founders: [audit link]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953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1"/>
                </a:solidFill>
                <a:latin typeface="Figtree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5137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Figtree"/>
              </a:rPr>
              <a:t>Sindhoi Patola Arts: ₹52.7L to ₹2.78Cr in sales, from their own Shopify report.</a:t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/>
            </a:r>
          </a:p>
          <a:p>
            <a:r>
              <a:rPr sz="1000" b="0">
                <a:solidFill>
                  <a:srgbClr val="555555"/>
                </a:solidFill>
                <a:latin typeface="Figtree"/>
              </a:rPr>
              <a:t>What should you fix first? Free growth audit: [audit 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Figtree"/>
              </a:rPr>
              <a:t>Proof: sales-sindhoi</a:t>
            </a:r>
          </a:p>
          <a:p>
            <a:r>
              <a:rPr sz="1000" b="0">
                <a:solidFill>
                  <a:srgbClr val="111111"/>
                </a:solidFill>
                <a:latin typeface="Figtree"/>
              </a:rPr>
              <a:t>Checks: all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gtree"/>
              </a:rPr>
              <a:t>What needs a 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6E6EA"/>
                </a:solidFill>
                <a:latin typeface="Figtree"/>
              </a:rPr>
              <a:t>Ready to approve: p1, p2, p3, p4, p5, p6, p7</a:t>
            </a:r>
          </a:p>
          <a:p>
            <a:r>
              <a:rPr sz="1800" b="0">
                <a:solidFill>
                  <a:srgbClr val="E6E6EA"/>
                </a:solidFill>
                <a:latin typeface="Figtree"/>
              </a:rPr>
              <a:t/>
            </a:r>
          </a:p>
          <a:p>
            <a:r>
              <a:rPr sz="1800" b="0">
                <a:solidFill>
                  <a:srgbClr val="E6E6EA"/>
                </a:solidFill>
                <a:latin typeface="Figtree"/>
              </a:rPr>
              <a:t>Say yes with the post numbers (for example 'yes p1-p7'). Each post is then posted at its time.</a:t>
            </a:r>
          </a:p>
          <a:p>
            <a:r>
              <a:rPr sz="1800" b="0">
                <a:solidFill>
                  <a:srgbClr val="E6E6EA"/>
                </a:solidFill>
                <a:latin typeface="Figtree"/>
              </a:rPr>
              <a:t>If Harsh can't be reached, a DTJ teammate may approve, by name.</a:t>
            </a:r>
          </a:p>
          <a:p>
            <a:r>
              <a:rPr sz="1800" b="0">
                <a:solidFill>
                  <a:srgbClr val="E6E6EA"/>
                </a:solidFill>
                <a:latin typeface="Figtree"/>
              </a:rPr>
              <a:t>Command: python -m smm approve --week 2026-W44 --posts p1-p7 --by "&lt;name&gt;"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