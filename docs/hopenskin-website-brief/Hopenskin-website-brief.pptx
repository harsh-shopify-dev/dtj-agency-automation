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arthrhythm.com/" TargetMode="External"/><Relationship Id="rId2" Type="http://schemas.openxmlformats.org/officeDocument/2006/relationships/hyperlink" Target="https://perforacare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BRIEF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Hopenskin.com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kind of Shopify store we want built: homepage and product page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Digital Tushar Joshi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4" name="num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Shopify store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Shopify, so we can manage products, offers and content ourselves.</a:t>
            </a:r>
            <a:endParaRPr lang="en-US" sz="1400" dirty="0"/>
          </a:p>
        </p:txBody>
      </p:sp>
      <p:sp>
        <p:nvSpPr>
          <p:cNvPr id="8" name="num2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and trust-led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dark, polished look where the product, the people and the proof are clear at a glance.</a:t>
            </a:r>
            <a:endParaRPr lang="en-US" sz="1400" dirty="0"/>
          </a:p>
        </p:txBody>
      </p:sp>
      <p:sp>
        <p:nvSpPr>
          <p:cNvPr id="12" name="num3"/>
          <p:cNvSpPr/>
          <p:nvPr/>
        </p:nvSpPr>
        <p:spPr>
          <a:xfrm>
            <a:off x="457200" y="365760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reference pages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slides show the style we want, page by page. We are sharing the idea, not asking for a copy.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WEBSITES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inspiration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browse these two live stores for more ideas on layout, sections and feel. Use them as a guide, not as something to copy.</a:t>
            </a:r>
            <a:endParaRPr lang="en-US" sz="1600" dirty="0"/>
          </a:p>
        </p:txBody>
      </p:sp>
      <p:sp>
        <p:nvSpPr>
          <p:cNvPr id="5" name="card0"/>
          <p:cNvSpPr/>
          <p:nvPr/>
        </p:nvSpPr>
        <p:spPr>
          <a:xfrm>
            <a:off x="457200" y="228600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 Rhythm</a:t>
            </a:r>
            <a:endParaRPr lang="en-US" sz="2400" dirty="0"/>
          </a:p>
        </p:txBody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2B59C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earthrhythm.com/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Product page, offers, ingredients, how to use, FAQ, sticky Add to Cart</a:t>
            </a:r>
            <a:endParaRPr lang="en-US" sz="1300" dirty="0"/>
          </a:p>
        </p:txBody>
      </p:sp>
      <p:sp>
        <p:nvSpPr>
          <p:cNvPr id="9" name="card1"/>
          <p:cNvSpPr/>
          <p:nvPr/>
        </p:nvSpPr>
        <p:spPr>
          <a:xfrm>
            <a:off x="4663440" y="228600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Perfora</a:t>
            </a:r>
            <a:endParaRPr lang="en-US" sz="2400" dirty="0"/>
          </a:p>
        </p:txBody>
      </p:sp>
      <p:sp>
        <p:nvSpPr>
          <p:cNvPr id="11" name="Text 9">
            <a:hlinkClick r:id="rId2" tooltip=""/>
          </p:cNvPr>
          <p:cNvSpPr txBox="1"/>
          <p:nvPr/>
        </p:nvSpPr>
        <p:spPr>
          <a:xfrm>
            <a:off x="49377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2B59C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perforacare.com/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Homepage hero, categories, product showcase, trust section, reviews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reference screenshots in this deck come from these two sites. Hopenskin's own products, claims, offers and photos must replace theirs.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section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2087031" y="978408"/>
            <a:ext cx="4969938" cy="2642616"/>
          </a:xfrm>
          <a:prstGeom prst="roundRect">
            <a:avLst>
              <a:gd name="adj" fmla="val 276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Hero s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183" y="1051560"/>
            <a:ext cx="4823634" cy="2496312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lifestyle photo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person using the product. Text sits on the plain left side.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headline and one italic 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“Now on sale” tag, then a big, short headline.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and benefit ticks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with the real review count, then three one-line benefits.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buttons and a guarantee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Shop Now, quieter Learn More, small guarantee line below.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Wording, ratings and guarantee must be Hopenskin's own and confirmed. Do not copy the health claims shown (stress, pain relief).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section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810574" y="978408"/>
            <a:ext cx="7522853" cy="2185416"/>
          </a:xfrm>
          <a:prstGeom prst="roundRect">
            <a:avLst>
              <a:gd name="adj" fmla="val 33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Category s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26" y="1051560"/>
            <a:ext cx="7376549" cy="2039112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319272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title with accent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name in the brand accent colour.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32766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766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24072" y="3319272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of round-framed pictures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product photo for each category, on a soft tinted shape.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60960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60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3472" y="3319272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label under each picture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at most, in the same font as the headings.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offer tile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 or “build your own box” tile in the same row.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32766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66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240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scroll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tile is cut off so people know to swipe.</a:t>
            </a:r>
            <a:endParaRPr lang="en-US" sz="1100" dirty="0"/>
          </a:p>
        </p:txBody>
      </p:sp>
      <p:sp>
        <p:nvSpPr>
          <p:cNvPr id="21" name="dot5"/>
          <p:cNvSpPr/>
          <p:nvPr/>
        </p:nvSpPr>
        <p:spPr>
          <a:xfrm>
            <a:off x="60960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960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434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tile is a 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goes straight to that collection page.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below the hero by default (it could also sit at the top). Reference only: Hopenskin's own categories, photos and offers must be used.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showcase with tabs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384048" y="978408"/>
            <a:ext cx="4718304" cy="2827101"/>
          </a:xfrm>
          <a:prstGeom prst="roundRect">
            <a:avLst>
              <a:gd name="adj" fmla="val 258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Product showcase with ta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0" cy="2680797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5532120" y="106070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32120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79592" y="105156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heading, e.g. “Essentials”.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5532120" y="1508760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79592" y="1499616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to switch the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Bestsellers, Value Pack, Newly Launched and similar.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5532120" y="21305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3212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879592" y="2121408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product cards in a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photo, rating, name, short details, price and discount.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5532120" y="275234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32120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879592" y="2743200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or colour picker on the 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chooses the option without opening the product.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5532120" y="337413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3212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879592" y="336499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on every 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button on each card.</a:t>
            </a:r>
            <a:endParaRPr lang="en-US" sz="1100" dirty="0"/>
          </a:p>
        </p:txBody>
      </p:sp>
      <p:sp>
        <p:nvSpPr>
          <p:cNvPr id="21" name="dot5"/>
          <p:cNvSpPr/>
          <p:nvPr/>
        </p:nvSpPr>
        <p:spPr>
          <a:xfrm>
            <a:off x="5532120" y="382219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3212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879592" y="381304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More button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more products below.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Tabs, products, prices and ratings must come from Hopenskin's own store data. The category section follows below this.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by concern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623412" y="978408"/>
            <a:ext cx="5897177" cy="2816352"/>
          </a:xfrm>
          <a:prstGeom prst="roundRect">
            <a:avLst>
              <a:gd name="adj" fmla="val 259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Shop by conc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564" y="1051560"/>
            <a:ext cx="5750873" cy="26700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and concern dropdown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picks a need and the products change.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cards in a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rating, name, price and discount. Scrolls sideways.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picker and Add to Cart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pack on the card and buy from it.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Collection button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the full collection page.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Concerns, products, prices and ratings must come from Hopenskin's own store data.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belief banner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384048" y="978408"/>
            <a:ext cx="8375904" cy="2422671"/>
          </a:xfrm>
          <a:prstGeom prst="roundRect">
            <a:avLst>
              <a:gd name="adj" fmla="val 3019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Brand belief ban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276367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565671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5656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56527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belief statement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bold line about what the brand stands for, with the key phrase underlined.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565671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5656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556527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proof phrases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quick lines under the statement.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565671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5656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556527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memorable image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playful picture on the right that people remember.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565671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5656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556527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background with small sparkles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 colour block that breaks up the page.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Write Hopenskin's own belief line and image. Do not reuse the reference wording.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section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388042" y="978408"/>
            <a:ext cx="6367917" cy="2816352"/>
          </a:xfrm>
          <a:prstGeom prst="roundRect">
            <a:avLst>
              <a:gd name="adj" fmla="val 259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Trust s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194" y="1051560"/>
            <a:ext cx="6221613" cy="26700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photo with badge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team member in a lab, with a “verified” badge.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with accent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promise, e.g. “proven” and “trusted”.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expert quote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lines, with name and qualification.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proof numbers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figures with small labels, e.g. years and customers.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Use Hopenskin's own experts, quotes and numbers. Only verified claims go on the page.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reviews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384048" y="978408"/>
            <a:ext cx="8375904" cy="2739875"/>
          </a:xfrm>
          <a:prstGeom prst="roundRect">
            <a:avLst>
              <a:gd name="adj" fmla="val 267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Video revie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593571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section label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heading such as “Real people, real results”.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of tall video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customer videos in a sideways scroll.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under the video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goes to that product.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“Verified review”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on every card to show it is real.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Use Hopenskin's own customer videos, with the customer's permission.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reviews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013612" y="978408"/>
            <a:ext cx="7116775" cy="2359152"/>
          </a:xfrm>
          <a:prstGeom prst="roundRect">
            <a:avLst>
              <a:gd name="adj" fmla="val 310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Written revie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64" y="1051560"/>
            <a:ext cx="6970471" cy="22128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with accent 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title and a one-line promise under it.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32766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766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240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 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and total review count, using the real figures.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60960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60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34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cards in a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city, “Verified” tag, stars and a short review.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tag and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product was reviewed and when.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32766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66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240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and progress 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can move through the reviews.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Show real, verified Hopenskin reviews only. Ratings and counts must come from the review app.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Blogs section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110823" y="978408"/>
            <a:ext cx="6922354" cy="2816352"/>
          </a:xfrm>
          <a:prstGeom prst="roundRect">
            <a:avLst>
              <a:gd name="adj" fmla="val 259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Blogs s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975" y="1051560"/>
            <a:ext cx="6776050" cy="26700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View All 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on the left, link to all articles on the right.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article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cover image on top of each card.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teaser and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Question-style titles, a two-line teaser, date and arrow.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and progress 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more articles.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Useful for search traffic and trust. Needs Hopenskin's own articles; we will confirm topics and who writes them.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465510" y="978408"/>
            <a:ext cx="8212980" cy="2185416"/>
          </a:xfrm>
          <a:prstGeom prst="roundRect">
            <a:avLst>
              <a:gd name="adj" fmla="val 33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Foo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662" y="1051560"/>
            <a:ext cx="8066676" cy="2039112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319272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tagline and social icons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on the left, with links to its social pages.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32766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766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24072" y="3319272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sign-up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box and a Subscribe button at the top of the footer.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60960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60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3472" y="3319272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columns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About, useful links (policies, shipping, contact) and where to buy.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help and bulk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email, phone and working hours in one place.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32766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66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240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and the payment icons.</a:t>
            </a:r>
            <a:endParaRPr lang="en-US" sz="1100" dirty="0"/>
          </a:p>
        </p:txBody>
      </p:sp>
      <p:sp>
        <p:nvSpPr>
          <p:cNvPr id="21" name="dot5"/>
          <p:cNvSpPr/>
          <p:nvPr/>
        </p:nvSpPr>
        <p:spPr>
          <a:xfrm>
            <a:off x="60960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960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434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Back-to-top button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button at the corner.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reference with a request: make ours cleaner and easier to scan. Keep it to the links Hopenskin needs. Any offer in the newsletter text must be confirmed first.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product page (1 of 2)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952636" y="978408"/>
            <a:ext cx="5238728" cy="2359152"/>
          </a:xfrm>
          <a:prstGeom prst="roundRect">
            <a:avLst>
              <a:gd name="adj" fmla="val 310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Top of the product page (1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788" y="1051560"/>
            <a:ext cx="5092424" cy="22128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trail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&gt; Products &gt; product name.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32766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766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240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strip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small picture to change the main image.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60960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60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34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main image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picture, with dots to move through the gallery.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and share icon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name with a share button at the right.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32766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66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240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number of ratings. Tap to jump to reviews.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Name, price, discount, rating and benefits must come from Hopenskin's own product data. Delivery promises must be confirmed first.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product page (2 of 2)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952636" y="978408"/>
            <a:ext cx="5238728" cy="2359152"/>
          </a:xfrm>
          <a:prstGeom prst="roundRect">
            <a:avLst>
              <a:gd name="adj" fmla="val 310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Top of the product page (2 of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788" y="1051560"/>
            <a:ext cx="5092424" cy="22128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price, old price struck through, green discount tag.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32766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766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240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chips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short benefits with icons. Scrolls sideways on mobile.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60960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60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34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and Add to Cart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quantity box and one wide, bold button.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strip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delivery, secure payment and COD, easy support.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32766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66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240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 box with a Check button for the delivery date.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Name, price, discount, rating and benefits must come from Hopenskin's own product data. Delivery promises must be confirmed first.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Offers, details and add-ons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384048" y="978408"/>
            <a:ext cx="3955837" cy="3712464"/>
          </a:xfrm>
          <a:prstGeom prst="roundRect">
            <a:avLst>
              <a:gd name="adj" fmla="val 197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Offers, details and add-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809533" cy="3566160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769653" y="106070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69653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117125" y="1051560"/>
            <a:ext cx="356967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 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delivery date right after the pincode check.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4769653" y="168249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69653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117125" y="1673352"/>
            <a:ext cx="356967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“Available offers” 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rounded box with all current offers, just under the buy button.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769653" y="23042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69653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117125" y="2295144"/>
            <a:ext cx="35696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coupon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Ticket-style cards: title, short line, code with Copy Code button or “Auto applied”. Scrolls sideways.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769653" y="30998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69653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117125" y="3090672"/>
            <a:ext cx="356967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Fold-out sections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Descriptions, Benefits, Manufacturing Details, Shipping &amp; Return. Each opens with a plus sign.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4769653" y="372160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69653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117125" y="3712464"/>
            <a:ext cx="35696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“Frequently bought together” 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add-on products below the details.</a:t>
            </a:r>
            <a:endParaRPr lang="en-US" sz="1100" dirty="0"/>
          </a:p>
        </p:txBody>
      </p:sp>
      <p:sp>
        <p:nvSpPr>
          <p:cNvPr id="21" name="dot5"/>
          <p:cNvSpPr/>
          <p:nvPr/>
        </p:nvSpPr>
        <p:spPr>
          <a:xfrm>
            <a:off x="4769653" y="416966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69653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117125" y="4160520"/>
            <a:ext cx="356967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product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name, teaser, price, discount tag and own Add to Cart. Scrolls sideways.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Offers, codes and shipping text must be Hopenskin's own, confirmed by the brand. Do not copy the reference offers.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reviews on the product page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384048" y="978408"/>
            <a:ext cx="8375904" cy="2739875"/>
          </a:xfrm>
          <a:prstGeom prst="roundRect">
            <a:avLst>
              <a:gd name="adj" fmla="val 267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Video reviews on the product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593571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video review row as the homepage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below the offers and details on the product page.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videos for this 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page shows the videos made for that product.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video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customer videos in a sideways scroll. Tap to play.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882875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8828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873731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“Verified review”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on every card to show it is real.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style as the homepage slide. Use Hopenskin's own customer videos, with the customer's permission.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reviews on the product page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013612" y="978408"/>
            <a:ext cx="7116775" cy="2359152"/>
          </a:xfrm>
          <a:prstGeom prst="roundRect">
            <a:avLst>
              <a:gd name="adj" fmla="val 310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Written reviews on the product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64" y="1051560"/>
            <a:ext cx="6970471" cy="22128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review block as the homepage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after the video reviews.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32766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766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240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 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and total number of reviews for this product.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6096000" y="35021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600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3472" y="3493008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cards in a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city, “Verified” tag, stars and a short review.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572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reviews and filters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have: customer photos, and filters by star rating.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3276600" y="41330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660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24072" y="4123944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and progress 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can move through the reviews.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real, verified Hopenskin reviews only. Ratings and counts must come from the review app.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Judge.me review block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384048" y="978408"/>
            <a:ext cx="4718304" cy="3166007"/>
          </a:xfrm>
          <a:prstGeom prst="roundRect">
            <a:avLst>
              <a:gd name="adj" fmla="val 2311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Judge.me review b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0" cy="3019703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5532120" y="106070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32120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79592" y="1051560"/>
            <a:ext cx="2807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Judge.me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Judge.me on Shopify and use its review widget. Do not hand-build or type in reviews.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5532120" y="185623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79592" y="1847088"/>
            <a:ext cx="2807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box on 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summary of what customers say, topic tags and a “View customer reviews” button.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5532120" y="2651760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3212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879592" y="2642616"/>
            <a:ext cx="2807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star bars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score, review count, and a bar for each of 5 to 1 stars. Write a review button at the right.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5532120" y="3447288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3212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879592" y="3438144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menu and review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recent” sort, then cards with stars, name, Verified tag, date and text.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5532120" y="4069080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3212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879592" y="4059936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More button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more reviews below without leaving the page.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All scores, counts and reviews come from Hopenskin's own Judge.me account. Keep the page's colours consistent with the brand.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Ingredients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383395" y="978408"/>
            <a:ext cx="6377211" cy="2185416"/>
          </a:xfrm>
          <a:prstGeom prst="roundRect">
            <a:avLst>
              <a:gd name="adj" fmla="val 334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Ingredi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547" y="1051560"/>
            <a:ext cx="6230907" cy="2039112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319272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section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heading on a soft, plain background.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32766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766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24072" y="3319272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ingredient pictures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picture for each key ingredient.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6096000" y="33284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9600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43472" y="3319272"/>
            <a:ext cx="222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name in capitals under the picture.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4572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3950208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benefit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ingredient does, in plain words. Scrolls sideways if there are many.</a:t>
            </a:r>
            <a:endParaRPr lang="en-US" sz="1100" dirty="0"/>
          </a:p>
        </p:txBody>
      </p:sp>
      <p:sp>
        <p:nvSpPr>
          <p:cNvPr id="18" name="dot4"/>
          <p:cNvSpPr/>
          <p:nvPr/>
        </p:nvSpPr>
        <p:spPr>
          <a:xfrm>
            <a:off x="32766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766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624072" y="3950208"/>
            <a:ext cx="222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full ingredient details.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Ingredients and benefit lines must match Hopenskin's real product label and approved claims.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and before/after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1514677" y="978408"/>
            <a:ext cx="6114647" cy="2816352"/>
          </a:xfrm>
          <a:prstGeom prst="roundRect">
            <a:avLst>
              <a:gd name="adj" fmla="val 259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Claims and before/af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829" y="1051560"/>
            <a:ext cx="5968343" cy="2670048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short intro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heading and two to four lines on what it does.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claims as short 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or feature plus what it does.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slider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face split in the middle. Drag the handle to compare.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959352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950208"/>
            <a:ext cx="15201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and thumbnails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 and “After” tags, plus a strip to switch sets.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Use only real, unedited customer or clinical photos, with consent, and only claims Hopenskin can prove. Do not use AI-made or retouched faces.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751387" y="978408"/>
            <a:ext cx="7641226" cy="2642616"/>
          </a:xfrm>
          <a:prstGeom prst="roundRect">
            <a:avLst>
              <a:gd name="adj" fmla="val 276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pic>
        <p:nvPicPr>
          <p:cNvPr id="5" name="Image 0" descr="Reference image: FA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39" y="1051560"/>
            <a:ext cx="7494922" cy="2496312"/>
          </a:xfrm>
          <a:prstGeom prst="rect">
            <a:avLst/>
          </a:prstGeom>
        </p:spPr>
      </p:pic>
      <p:sp>
        <p:nvSpPr>
          <p:cNvPr id="6" name="dot0"/>
          <p:cNvSpPr/>
          <p:nvPr/>
        </p:nvSpPr>
        <p:spPr>
          <a:xfrm>
            <a:off x="45720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friendly one-liner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heading with a short, soft line under it.</a:t>
            </a:r>
            <a:endParaRPr lang="en-US" sz="1100" dirty="0"/>
          </a:p>
        </p:txBody>
      </p:sp>
      <p:sp>
        <p:nvSpPr>
          <p:cNvPr id="9" name="dot1"/>
          <p:cNvSpPr/>
          <p:nvPr/>
        </p:nvSpPr>
        <p:spPr>
          <a:xfrm>
            <a:off x="257175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175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1922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row, separated by thin lines. Only the product's own questions.</a:t>
            </a:r>
            <a:endParaRPr lang="en-US" sz="1100" dirty="0"/>
          </a:p>
        </p:txBody>
      </p:sp>
      <p:sp>
        <p:nvSpPr>
          <p:cNvPr id="12" name="dot2"/>
          <p:cNvSpPr/>
          <p:nvPr/>
        </p:nvSpPr>
        <p:spPr>
          <a:xfrm>
            <a:off x="468630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63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3377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/ minus button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open or close an answer. Only one open at a time keeps it tidy.</a:t>
            </a:r>
            <a:endParaRPr lang="en-US" sz="1100" dirty="0"/>
          </a:p>
        </p:txBody>
      </p:sp>
      <p:sp>
        <p:nvSpPr>
          <p:cNvPr id="15" name="dot3"/>
          <p:cNvSpPr/>
          <p:nvPr/>
        </p:nvSpPr>
        <p:spPr>
          <a:xfrm>
            <a:off x="6800850" y="3785616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0085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48322" y="3776472"/>
            <a:ext cx="152019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plain lines under the question when it is open.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Questions and answers (usage, skin type, safety) must be written with Hopenskin and match the real product.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Sticky Add to Cart bar</a:t>
            </a:r>
            <a:endParaRPr lang="en-US" sz="2800" dirty="0"/>
          </a:p>
        </p:txBody>
      </p:sp>
      <p:sp>
        <p:nvSpPr>
          <p:cNvPr id="4" name="screen"/>
          <p:cNvSpPr/>
          <p:nvPr/>
        </p:nvSpPr>
        <p:spPr>
          <a:xfrm>
            <a:off x="457200" y="118872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3F5FA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keeps scrolling here: details, reviews, FAQ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stays fixed at the bottom of the screen</a:t>
            </a:r>
            <a:endParaRPr lang="en-US" sz="1200" dirty="0"/>
          </a:p>
        </p:txBody>
      </p:sp>
      <p:pic>
        <p:nvPicPr>
          <p:cNvPr id="7" name="Image 0" descr="Reference image: sticky Add to Cart 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18765"/>
            <a:ext cx="8229600" cy="427939"/>
          </a:xfrm>
          <a:prstGeom prst="rect">
            <a:avLst/>
          </a:prstGeom>
        </p:spPr>
      </p:pic>
      <p:sp>
        <p:nvSpPr>
          <p:cNvPr id="8" name="dot0"/>
          <p:cNvSpPr/>
          <p:nvPr/>
        </p:nvSpPr>
        <p:spPr>
          <a:xfrm>
            <a:off x="457200" y="366674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when the buy button scrolls away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fixed to the bottom of the screen. It stays visible while the visitor reads reviews and details.</a:t>
            </a:r>
            <a:endParaRPr lang="en-US" sz="1100" dirty="0"/>
          </a:p>
        </p:txBody>
      </p:sp>
      <p:sp>
        <p:nvSpPr>
          <p:cNvPr id="11" name="dot1"/>
          <p:cNvSpPr/>
          <p:nvPr/>
        </p:nvSpPr>
        <p:spPr>
          <a:xfrm>
            <a:off x="3246120" y="366674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4612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593592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mini-card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product picture, name, price, old price and discount tag, so the visitor always knows what they are buying.</a:t>
            </a:r>
            <a:endParaRPr lang="en-US" sz="1100" dirty="0"/>
          </a:p>
        </p:txBody>
      </p:sp>
      <p:sp>
        <p:nvSpPr>
          <p:cNvPr id="14" name="dot2"/>
          <p:cNvSpPr/>
          <p:nvPr/>
        </p:nvSpPr>
        <p:spPr>
          <a:xfrm>
            <a:off x="6035040" y="3666744"/>
            <a:ext cx="256032" cy="256032"/>
          </a:xfrm>
          <a:prstGeom prst="ellipse">
            <a:avLst/>
          </a:prstGeom>
          <a:solidFill>
            <a:srgbClr val="D4B84A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382512" y="3657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and Add to Cart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quantity box and bold button as the top of the page. Must work on mobile too, full width.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only. Product name, price and discount must update live with the chosen variant on Hopenskin's store.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Hopenskin website brief</dc:title>
  <dc:subject>PptxGenJS Presentation</dc:subject>
  <dc:creator>PptxGenJS</dc:creator>
  <cp:lastModifiedBy>PptxGenJS</cp:lastModifiedBy>
  <cp:revision>1</cp:revision>
  <dcterms:created xsi:type="dcterms:W3CDTF">2026-10-09T07:25:34Z</dcterms:created>
  <dcterms:modified xsi:type="dcterms:W3CDTF">2026-10-09T07:25:34Z</dcterms:modified>
</cp:coreProperties>
</file>